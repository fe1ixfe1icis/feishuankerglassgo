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Anker GlassGo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4BEC8"/>
                </a:solidFill>
              </a:defRPr>
            </a:pPr>
            <a:r>
              <a:t>AI 眼镜的跨品牌补能系统 · AI 原生产品定义工作流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电梯演讲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&gt; Anker GlassGo 是 AI 眼镜品类的"中立能源基建"。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2025 年全球 AI 眼镜出货约 870 万台，同比增速超过 300%，但所有主机厂都在各自封闭补能方案：Meta、雷鸟、Rokid、Xreal 的触点、仓体、协议互不兼容。用户买到眼镜后，面临的真实痛点不是"续航不够"，而是"充电时必须摘下眼镜"——对拍摄者、翻译者、近视用户而言，这意味着拍摄中断、会议断线、视线模糊。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安克作为全球领先的充电品牌，最擅长把"能源确定性"做成跨设备通用基础设施。Anker GlassGo 用三件套切入这个断裂带：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GlassGo Pocket：随身充电盒 + 可替换触点舌片，首批适配 5 大主流机型，15 分钟快充 80%；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GlassGo Clip：&amp;lt;60g 夹持式边充电池，服务重度拍摄与实时翻译场景；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GlassGo App：多设备电量看板 + 低电预警 + 舌片识别与购买 + 未适配机型投票开模。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市场风暴：2025 年全球 AI 眼镜出货约 870 万台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同比增速超过 300%，Meta、雷鸟、Rokid、Xreal 等品牌百镜大战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主机厂各自封闭补能方案：触点、仓体、协议互不兼容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2026 年中国将智能眼镜纳入国补，进一步刺激换机潮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配件生态滞后主机设备 1–2 年，正是跨品牌补能的窗口期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EC8"/>
                </a:solidFill>
              </a:defRPr>
            </a:pPr>
            <a:r>
              <a:t>数据来源：Omdia / IDC / TrendForce / 洛图科技（公开链接待补充）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断裂带：用户真正的痛点不是续航，而是充电时失明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旅行 Vlogger：放进盒子充电 = 拍摄中断，景色不等人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商务用户：会议翻译时低电，摘下眼镜等于断线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近视用户：充电 2 小时，看黑板都是糊的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市场上没有跨品牌、边用边充的能源确定性方案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产品系统：Pocket + Clip +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GlassGo Pocket：随身充电盒 + 可替换触点舌片，15 分钟快充 80%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GlassGo Clip：&lt;60g 夹持式边充电池，边拍摄/翻译边补电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GlassGo App：电量看板 + 低电预警 + 舌片识别购买 + 投票开模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定价 $59.99，首年目标 15–25 万套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AI 原生工作流：六阶段 × 七角色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S0 提问教练：把原始需求框定为可分析的产品问题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S1 情报分析师：四路并行采集财报/评测/差评/政策信号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S2 机会侦探：聚类信号并量化打分，选出最值得下注的假设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S3 概念设计师：多形态发散，禁止首次收敛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S4 用户替身红队：5 个数据驱动 persona 第一人称攻击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S5 专家委员会：技术 / 供应链 / 合规 / 市场并行评审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S6 书记官：综合所有材料与人类决策，输出结构化提案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记忆隔离 + 证据链：防止 AI 说服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每个 Agent 只能看到上游阶段产出的结构化结果，看不到中间推理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Fact 与 Inference 分离：事实必须附可核查信源，推理必须附置信度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人类在 S0–S5 六个断点做最终价值判断，AI 不替人拍板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所有决策与证据写入 state，可审计、可复盘、可迭代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红队对抗实录：每条攻击都改写定义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张野（旅行 Vlogger）：放进 Pocket 充电 = 拍摄中断 → 诞生 GlassGo Clip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Linda（商务用户）：触点不统一怎么办 → 可替换舌片 + 投票开模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阿凯（数码尝鲜党）：眼镜都退了谁买配件 → 瞄准留存用户 ARPU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王姐（教师/近视）：充电时看不见 → 15 分钟快充 80% 成核心指标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陆工（硬件 PM）：Meta 二代续航提升 → 升级为跨品牌能源确定性叙事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关键修正：从续航不足到能源确定性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初始假设：AI 眼镜续航短，用户需要更大电池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红队攻击后发现：真实痛点是充电时必须摘下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机会重新定义：做跨品牌、跨场景、边用边充的能源基础设施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产品形态从大一统充电宝收敛为通用仓体 + 可替换舌片 + 边充 Clip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市场测算：2027 年三情景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保守情景：渗透率 5%，营收约 1.1 亿美元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基准情景：渗透率 8%，营收约 1.9 亿美元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乐观情景：渗透率 12% + B2B 模组授权，营收约 2.8 亿美元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首年通过众筹做止损闸，验证付费意愿与触点兼容性后再量产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EC8"/>
                </a:solidFill>
              </a:defRPr>
            </a:pPr>
            <a:r>
              <a:t>测算为提案级假设，需在 MVP 阶段校准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路线图：从众筹 MVP 到 B2B 标准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P0（0–6 个月）：Kickstarter MVP，5 个主流机型适配，验证付费意愿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P1（6–18 个月）：量产 + 生态扩展，新增 10+ 机型，推出 GlassGo Tower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P2（18–36 个月）：B2B 充电模组授权，成为中小眼镜品牌标配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方法论对比：AI 驱动 vs 经验驱动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FF"/>
                </a:solidFill>
              </a:defRPr>
            </a:pPr>
            <a:r>
              <a:t>传统 · 经验驱动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信息：工单、销售数据、焦点小组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判断：产品经理直觉 + 高管经验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生成：内部脑暴，路径依赖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验证：评审会，资历权重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周期：月级反复开会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1887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FF"/>
                </a:solidFill>
              </a:defRPr>
            </a:pPr>
            <a:r>
              <a:t>AI 原生 · 证据 + 对抗驱动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7373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信息：四路并行自动聚类信号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判断：量化打分，可审计复现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生成：AI 多形态发散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验证：用户替身第一人称攻击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周期：单日跑通 S0–S6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为什么适合安克：能力圆心 + 浅海战略 + 安全合规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能力圆心：安克是全球领先的充电品牌，2025 年充电储能类营收 154.02 亿元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浅海战略：AI 眼镜配件是新兴蓝海，竞品尚未形成品牌心智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安全合规：10Wh 以内电池符合航空携带标准，安克有成熟全球认证经验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中立定位：不站队任何主机厂，做品类的能源基础设施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谢谢聆听 · 代码与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完整代码：src/glassgo_workflow/（LangGraph + Pydantic + 6 个人类断点）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运行命令：py scripts/run_cli.py --auto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交互 Demo：index.html / workflow-demo.html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测试：pytest tests/（6 项全部通过）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